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7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5B82D-37E1-4E8A-AE90-9ACC6F8C73CF}" type="datetimeFigureOut">
              <a:rPr lang="en-IN" smtClean="0"/>
              <a:t>03/06/2020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A6C72-8445-4A3A-84A0-04BE4C394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129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5B82D-37E1-4E8A-AE90-9ACC6F8C73CF}" type="datetimeFigureOut">
              <a:rPr lang="en-IN" smtClean="0"/>
              <a:t>03/06/2020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A6C72-8445-4A3A-84A0-04BE4C394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43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5B82D-37E1-4E8A-AE90-9ACC6F8C73CF}" type="datetimeFigureOut">
              <a:rPr lang="en-IN" smtClean="0"/>
              <a:t>03/06/2020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A6C72-8445-4A3A-84A0-04BE4C394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03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5B82D-37E1-4E8A-AE90-9ACC6F8C73CF}" type="datetimeFigureOut">
              <a:rPr lang="en-IN" smtClean="0"/>
              <a:t>03/06/2020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A6C72-8445-4A3A-84A0-04BE4C394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88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5B82D-37E1-4E8A-AE90-9ACC6F8C73CF}" type="datetimeFigureOut">
              <a:rPr lang="en-IN" smtClean="0"/>
              <a:t>03/06/2020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A6C72-8445-4A3A-84A0-04BE4C394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52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5B82D-37E1-4E8A-AE90-9ACC6F8C73CF}" type="datetimeFigureOut">
              <a:rPr lang="en-IN" smtClean="0"/>
              <a:t>03/06/2020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A6C72-8445-4A3A-84A0-04BE4C394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579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5B82D-37E1-4E8A-AE90-9ACC6F8C73CF}" type="datetimeFigureOut">
              <a:rPr lang="en-IN" smtClean="0"/>
              <a:t>03/06/2020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A6C72-8445-4A3A-84A0-04BE4C394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10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5B82D-37E1-4E8A-AE90-9ACC6F8C73CF}" type="datetimeFigureOut">
              <a:rPr lang="en-IN" smtClean="0"/>
              <a:t>03/06/2020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A6C72-8445-4A3A-84A0-04BE4C394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274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5B82D-37E1-4E8A-AE90-9ACC6F8C73CF}" type="datetimeFigureOut">
              <a:rPr lang="en-IN" smtClean="0"/>
              <a:t>03/06/2020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A6C72-8445-4A3A-84A0-04BE4C394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16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5B82D-37E1-4E8A-AE90-9ACC6F8C73CF}" type="datetimeFigureOut">
              <a:rPr lang="en-IN" smtClean="0"/>
              <a:t>03/06/2020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A6C72-8445-4A3A-84A0-04BE4C394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058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5B82D-37E1-4E8A-AE90-9ACC6F8C73CF}" type="datetimeFigureOut">
              <a:rPr lang="en-IN" smtClean="0"/>
              <a:t>03/06/2020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A6C72-8445-4A3A-84A0-04BE4C394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569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5B82D-37E1-4E8A-AE90-9ACC6F8C73CF}" type="datetimeFigureOut">
              <a:rPr lang="en-IN" smtClean="0"/>
              <a:t>03/06/2020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A6C72-8445-4A3A-84A0-04BE4C394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291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4" y="3498129"/>
            <a:ext cx="4607810" cy="31130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React JS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4400" dirty="0" smtClean="0"/>
              <a:t>Build Rich User Interfaces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85696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About Me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Integrated Masters in Software Engineering – Andhra University College of Engineering.</a:t>
            </a:r>
          </a:p>
          <a:p>
            <a:r>
              <a:rPr lang="en-IN" dirty="0" smtClean="0"/>
              <a:t>Co-founder</a:t>
            </a:r>
            <a:r>
              <a:rPr lang="en-IN" dirty="0"/>
              <a:t>,</a:t>
            </a:r>
            <a:r>
              <a:rPr lang="en-IN" dirty="0" smtClean="0"/>
              <a:t> </a:t>
            </a:r>
            <a:r>
              <a:rPr lang="en-IN" dirty="0" err="1" smtClean="0"/>
              <a:t>Prasanta</a:t>
            </a:r>
            <a:r>
              <a:rPr lang="en-IN" dirty="0" smtClean="0"/>
              <a:t> Communications.</a:t>
            </a:r>
          </a:p>
          <a:p>
            <a:r>
              <a:rPr lang="en-IN" dirty="0" smtClean="0"/>
              <a:t>Full-Stack developer.</a:t>
            </a:r>
            <a:endParaRPr lang="en-IN" dirty="0"/>
          </a:p>
          <a:p>
            <a:r>
              <a:rPr lang="en-IN" dirty="0" smtClean="0"/>
              <a:t>More at insidert.com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218" y="5089381"/>
            <a:ext cx="1087582" cy="108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06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What’s for today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Traditional web apps &amp; Modern web apps.</a:t>
            </a:r>
          </a:p>
          <a:p>
            <a:r>
              <a:rPr lang="en-IN" dirty="0" smtClean="0"/>
              <a:t>Need for rich user interactivity.</a:t>
            </a:r>
          </a:p>
          <a:p>
            <a:r>
              <a:rPr lang="en-IN" dirty="0" smtClean="0"/>
              <a:t>Mental Models of Components.</a:t>
            </a:r>
          </a:p>
          <a:p>
            <a:r>
              <a:rPr lang="en-IN" dirty="0" smtClean="0"/>
              <a:t>Building a UI with React.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010" y="2805545"/>
            <a:ext cx="5209354" cy="387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12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038599" y="520988"/>
            <a:ext cx="3595255" cy="1325563"/>
          </a:xfrm>
        </p:spPr>
        <p:txBody>
          <a:bodyPr/>
          <a:lstStyle/>
          <a:p>
            <a:r>
              <a:rPr lang="en-IN" dirty="0" smtClean="0"/>
              <a:t>Client - Server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247" y="2046517"/>
            <a:ext cx="5517961" cy="426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Traditional Web Apps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28" y="2743773"/>
            <a:ext cx="5870863" cy="411422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Simple textual, image elements with styling.</a:t>
            </a:r>
          </a:p>
          <a:p>
            <a:r>
              <a:rPr lang="en-IN" dirty="0" smtClean="0"/>
              <a:t>Hyperlinks to move from one document to another.</a:t>
            </a:r>
          </a:p>
          <a:p>
            <a:r>
              <a:rPr lang="en-IN" dirty="0" smtClean="0"/>
              <a:t>Least Interactivity.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325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Modern Apps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403" y="2060321"/>
            <a:ext cx="5939597" cy="470098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Handle data dynamically.</a:t>
            </a:r>
          </a:p>
          <a:p>
            <a:r>
              <a:rPr lang="en-IN" dirty="0" smtClean="0"/>
              <a:t>Less page refreshes. (SPA)</a:t>
            </a:r>
          </a:p>
          <a:p>
            <a:r>
              <a:rPr lang="en-IN" dirty="0" smtClean="0"/>
              <a:t>Create an engaging experience.</a:t>
            </a:r>
          </a:p>
          <a:p>
            <a:r>
              <a:rPr lang="en-IN" dirty="0" smtClean="0"/>
              <a:t>Animations.</a:t>
            </a:r>
          </a:p>
          <a:p>
            <a:r>
              <a:rPr lang="en-IN" dirty="0" smtClean="0"/>
              <a:t>Good Stylings.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22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Need for Dynamic Interactions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You click on a button:</a:t>
            </a:r>
          </a:p>
          <a:p>
            <a:pPr lvl="1"/>
            <a:r>
              <a:rPr lang="en-IN" dirty="0" smtClean="0"/>
              <a:t>Something is shown/hidden.</a:t>
            </a:r>
          </a:p>
          <a:p>
            <a:pPr lvl="1"/>
            <a:r>
              <a:rPr lang="en-IN" dirty="0" smtClean="0"/>
              <a:t>Something is added/removed.</a:t>
            </a:r>
          </a:p>
          <a:p>
            <a:pPr lvl="1"/>
            <a:r>
              <a:rPr lang="en-IN" dirty="0" smtClean="0"/>
              <a:t>Something is updated.</a:t>
            </a:r>
          </a:p>
          <a:p>
            <a:pPr lvl="1"/>
            <a:r>
              <a:rPr lang="en-IN" dirty="0" smtClean="0"/>
              <a:t>Progress bars.</a:t>
            </a:r>
          </a:p>
          <a:p>
            <a:pPr lvl="1"/>
            <a:r>
              <a:rPr lang="en-IN" dirty="0" smtClean="0"/>
              <a:t>Success messages.</a:t>
            </a:r>
          </a:p>
          <a:p>
            <a:pPr lvl="1"/>
            <a:r>
              <a:rPr lang="en-IN" dirty="0" smtClean="0"/>
              <a:t>Alerts.</a:t>
            </a:r>
          </a:p>
          <a:p>
            <a:pPr lvl="1"/>
            <a:r>
              <a:rPr lang="en-IN" dirty="0" smtClean="0"/>
              <a:t>Popups.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599" y="4336777"/>
            <a:ext cx="1755453" cy="175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76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Modern Frameworks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64" y="2016196"/>
            <a:ext cx="2929371" cy="29293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769" y="2113178"/>
            <a:ext cx="4010462" cy="28323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265" y="2371651"/>
            <a:ext cx="2558223" cy="221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4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Mental Models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38200" y="1503075"/>
            <a:ext cx="9144000" cy="1655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dirty="0" smtClean="0"/>
              <a:t>Perspective to Understand JavaScript Frameworks</a:t>
            </a:r>
            <a:endParaRPr lang="en-IN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297" y="2813103"/>
            <a:ext cx="5677405" cy="350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7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364" y="0"/>
            <a:ext cx="5716193" cy="32330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Imagine the world in </a:t>
            </a:r>
            <a:br>
              <a:rPr lang="en-IN" dirty="0" smtClean="0"/>
            </a:br>
            <a:r>
              <a:rPr lang="en-IN" dirty="0" smtClean="0"/>
              <a:t>components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Anything can be viewed as an independent component or a component of components.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310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Components of a Car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smtClean="0"/>
              <a:t>Chassis</a:t>
            </a:r>
          </a:p>
          <a:p>
            <a:r>
              <a:rPr lang="en-IN" dirty="0" smtClean="0"/>
              <a:t>Engine</a:t>
            </a:r>
          </a:p>
          <a:p>
            <a:r>
              <a:rPr lang="en-IN" dirty="0" smtClean="0"/>
              <a:t>Batteries</a:t>
            </a:r>
          </a:p>
          <a:p>
            <a:r>
              <a:rPr lang="en-IN" dirty="0" smtClean="0"/>
              <a:t>Doors</a:t>
            </a:r>
          </a:p>
          <a:p>
            <a:pPr lvl="1"/>
            <a:r>
              <a:rPr lang="en-IN" dirty="0" smtClean="0"/>
              <a:t>Windows</a:t>
            </a:r>
          </a:p>
          <a:p>
            <a:pPr lvl="1"/>
            <a:r>
              <a:rPr lang="en-IN" dirty="0" smtClean="0"/>
              <a:t>Speakers</a:t>
            </a:r>
          </a:p>
          <a:p>
            <a:r>
              <a:rPr lang="en-IN" dirty="0" smtClean="0"/>
              <a:t>Seats</a:t>
            </a:r>
          </a:p>
          <a:p>
            <a:pPr lvl="1"/>
            <a:r>
              <a:rPr lang="en-IN" dirty="0" smtClean="0"/>
              <a:t>Adjustments</a:t>
            </a:r>
          </a:p>
          <a:p>
            <a:r>
              <a:rPr lang="en-IN" dirty="0" smtClean="0"/>
              <a:t>Dashboard</a:t>
            </a:r>
          </a:p>
          <a:p>
            <a:pPr lvl="1"/>
            <a:r>
              <a:rPr lang="en-IN" dirty="0" smtClean="0"/>
              <a:t>Odometer</a:t>
            </a:r>
          </a:p>
          <a:p>
            <a:pPr lvl="1"/>
            <a:r>
              <a:rPr lang="en-IN" dirty="0" smtClean="0"/>
              <a:t>AC Controls</a:t>
            </a:r>
          </a:p>
          <a:p>
            <a:pPr lvl="1"/>
            <a:r>
              <a:rPr lang="en-IN" dirty="0" smtClean="0"/>
              <a:t>Music Controls</a:t>
            </a:r>
          </a:p>
          <a:p>
            <a:r>
              <a:rPr lang="en-IN" dirty="0" smtClean="0"/>
              <a:t>Wheels</a:t>
            </a:r>
          </a:p>
          <a:p>
            <a:r>
              <a:rPr lang="en-IN" dirty="0" smtClean="0"/>
              <a:t>Lights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465" y="2689547"/>
            <a:ext cx="3861344" cy="386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Components holds three things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262" y="2514600"/>
            <a:ext cx="4628713" cy="395893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6016"/>
            <a:ext cx="10515600" cy="4351338"/>
          </a:xfrm>
        </p:spPr>
        <p:txBody>
          <a:bodyPr/>
          <a:lstStyle/>
          <a:p>
            <a:r>
              <a:rPr lang="en-IN" dirty="0" smtClean="0"/>
              <a:t>The State.</a:t>
            </a:r>
          </a:p>
          <a:p>
            <a:r>
              <a:rPr lang="en-IN" dirty="0" smtClean="0"/>
              <a:t>Some functions to execute based on user interactions.</a:t>
            </a:r>
          </a:p>
          <a:p>
            <a:r>
              <a:rPr lang="en-IN" dirty="0" smtClean="0"/>
              <a:t>Wrap other components.</a:t>
            </a:r>
          </a:p>
        </p:txBody>
      </p:sp>
    </p:spTree>
    <p:extLst>
      <p:ext uri="{BB962C8B-B14F-4D97-AF65-F5344CB8AC3E}">
        <p14:creationId xmlns:p14="http://schemas.microsoft.com/office/powerpoint/2010/main" val="268368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Car Door Component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State</a:t>
            </a:r>
          </a:p>
          <a:p>
            <a:pPr lvl="1"/>
            <a:r>
              <a:rPr lang="en-IN" dirty="0" smtClean="0"/>
              <a:t>Closed</a:t>
            </a:r>
          </a:p>
          <a:p>
            <a:pPr lvl="1"/>
            <a:r>
              <a:rPr lang="en-IN" dirty="0" smtClean="0"/>
              <a:t>Opened</a:t>
            </a:r>
          </a:p>
          <a:p>
            <a:r>
              <a:rPr lang="en-IN" dirty="0" smtClean="0"/>
              <a:t>Functions</a:t>
            </a:r>
          </a:p>
          <a:p>
            <a:pPr lvl="1"/>
            <a:r>
              <a:rPr lang="en-IN" dirty="0" smtClean="0"/>
              <a:t>Close the door</a:t>
            </a:r>
          </a:p>
          <a:p>
            <a:pPr lvl="1"/>
            <a:r>
              <a:rPr lang="en-IN" dirty="0" smtClean="0"/>
              <a:t>Open the door</a:t>
            </a:r>
          </a:p>
          <a:p>
            <a:pPr lvl="1"/>
            <a:r>
              <a:rPr lang="en-IN" dirty="0" smtClean="0"/>
              <a:t>Lock the door</a:t>
            </a:r>
          </a:p>
          <a:p>
            <a:r>
              <a:rPr lang="en-IN" dirty="0" smtClean="0"/>
              <a:t>Sub-components</a:t>
            </a:r>
          </a:p>
          <a:p>
            <a:pPr lvl="1"/>
            <a:r>
              <a:rPr lang="en-IN" dirty="0" smtClean="0"/>
              <a:t>Window</a:t>
            </a:r>
          </a:p>
          <a:p>
            <a:pPr lvl="1"/>
            <a:r>
              <a:rPr lang="en-IN" dirty="0" smtClean="0"/>
              <a:t>Speakers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682" y="2043551"/>
            <a:ext cx="3370118" cy="337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23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Components of a Web page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Navbar</a:t>
            </a:r>
            <a:endParaRPr lang="en-IN" dirty="0" smtClean="0"/>
          </a:p>
          <a:p>
            <a:pPr lvl="1"/>
            <a:r>
              <a:rPr lang="en-IN" dirty="0" smtClean="0"/>
              <a:t>Menu</a:t>
            </a:r>
            <a:endParaRPr lang="en-IN" dirty="0"/>
          </a:p>
          <a:p>
            <a:r>
              <a:rPr lang="en-IN" dirty="0" smtClean="0"/>
              <a:t>Sidebar</a:t>
            </a:r>
          </a:p>
          <a:p>
            <a:pPr lvl="1"/>
            <a:r>
              <a:rPr lang="en-IN" dirty="0" smtClean="0"/>
              <a:t>Menu</a:t>
            </a:r>
          </a:p>
          <a:p>
            <a:pPr lvl="1"/>
            <a:r>
              <a:rPr lang="en-IN" dirty="0" smtClean="0"/>
              <a:t>Lists</a:t>
            </a:r>
          </a:p>
          <a:p>
            <a:r>
              <a:rPr lang="en-IN" dirty="0" smtClean="0"/>
              <a:t>Feed</a:t>
            </a:r>
          </a:p>
          <a:p>
            <a:pPr lvl="1"/>
            <a:r>
              <a:rPr lang="en-IN" dirty="0" smtClean="0"/>
              <a:t>Posts</a:t>
            </a:r>
          </a:p>
          <a:p>
            <a:r>
              <a:rPr lang="en-IN" dirty="0" smtClean="0"/>
              <a:t>Ad</a:t>
            </a:r>
          </a:p>
          <a:p>
            <a:r>
              <a:rPr lang="en-IN" dirty="0" smtClean="0"/>
              <a:t>Footer</a:t>
            </a:r>
          </a:p>
          <a:p>
            <a:endParaRPr lang="en-IN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933" y="1690688"/>
            <a:ext cx="5461485" cy="393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2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Let’s use </a:t>
            </a:r>
            <a:br>
              <a:rPr lang="en-IN" dirty="0" smtClean="0"/>
            </a:br>
            <a:r>
              <a:rPr lang="en-IN" dirty="0" smtClean="0"/>
              <a:t>React to React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147" y="1290413"/>
            <a:ext cx="4945303" cy="326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46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My Opinion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477" y="1027906"/>
            <a:ext cx="5881523" cy="467591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Design an interaction experience first.</a:t>
            </a:r>
          </a:p>
          <a:p>
            <a:r>
              <a:rPr lang="en-IN" dirty="0" smtClean="0"/>
              <a:t>Code to build the experience.</a:t>
            </a:r>
          </a:p>
          <a:p>
            <a:r>
              <a:rPr lang="en-IN" dirty="0" smtClean="0"/>
              <a:t>Mix traditional &amp; modern approaches.</a:t>
            </a:r>
          </a:p>
          <a:p>
            <a:r>
              <a:rPr lang="en-IN" dirty="0" smtClean="0"/>
              <a:t>Evaluate which approach suits best to your needs.</a:t>
            </a:r>
          </a:p>
        </p:txBody>
      </p:sp>
    </p:spTree>
    <p:extLst>
      <p:ext uri="{BB962C8B-B14F-4D97-AF65-F5344CB8AC3E}">
        <p14:creationId xmlns:p14="http://schemas.microsoft.com/office/powerpoint/2010/main" val="364638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At the end, </a:t>
            </a:r>
            <a:br>
              <a:rPr lang="en-IN" dirty="0" smtClean="0"/>
            </a:br>
            <a:r>
              <a:rPr lang="en-IN" dirty="0" smtClean="0"/>
              <a:t>We always remember the experiences!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Thank you.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730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278</Words>
  <Application>Microsoft Office PowerPoint</Application>
  <PresentationFormat>Widescreen</PresentationFormat>
  <Paragraphs>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React JS</vt:lpstr>
      <vt:lpstr>About Me</vt:lpstr>
      <vt:lpstr>What’s for today</vt:lpstr>
      <vt:lpstr>Client - Server</vt:lpstr>
      <vt:lpstr>Traditional Web Apps</vt:lpstr>
      <vt:lpstr>Modern Apps</vt:lpstr>
      <vt:lpstr>Need for Dynamic Interactions</vt:lpstr>
      <vt:lpstr>Modern Frameworks</vt:lpstr>
      <vt:lpstr>Mental Models</vt:lpstr>
      <vt:lpstr>Imagine the world in  components</vt:lpstr>
      <vt:lpstr>Components of a Car</vt:lpstr>
      <vt:lpstr>Components holds three things</vt:lpstr>
      <vt:lpstr>Car Door Component</vt:lpstr>
      <vt:lpstr>Components of a Web page</vt:lpstr>
      <vt:lpstr>Let’s use  React to React</vt:lpstr>
      <vt:lpstr>My Opinion</vt:lpstr>
      <vt:lpstr>At the end,  We always remember the experiences!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JS</dc:title>
  <dc:creator>Ravi Teja</dc:creator>
  <cp:lastModifiedBy>Ravi Teja</cp:lastModifiedBy>
  <cp:revision>28</cp:revision>
  <dcterms:created xsi:type="dcterms:W3CDTF">2020-06-02T05:00:54Z</dcterms:created>
  <dcterms:modified xsi:type="dcterms:W3CDTF">2020-06-03T07:10:04Z</dcterms:modified>
</cp:coreProperties>
</file>